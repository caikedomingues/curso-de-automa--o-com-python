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1° slide da apresentação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Estamos criando ppt com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