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de vendas do mes de janeiro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de vendas do mes de janeiro</a:t>
            </a:r>
          </a:p>
          <a:p>
            <a:r>
              <a:t>R$10.000</a:t>
            </a:r>
          </a:p>
          <a:p>
            <a:pPr>
              <a:defRPr b="1" sz="3000"/>
            </a:pPr>
            <a:r>
              <a:t>Produto mais vendido: iphone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